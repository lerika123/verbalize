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57" r:id="rId3"/>
    <p:sldId id="260" r:id="rId4"/>
    <p:sldId id="261" r:id="rId5"/>
    <p:sldId id="258" r:id="rId6"/>
    <p:sldId id="264" r:id="rId7"/>
    <p:sldId id="259" r:id="rId8"/>
    <p:sldId id="262" r:id="rId9"/>
    <p:sldId id="26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92" d="100"/>
          <a:sy n="92" d="100"/>
        </p:scale>
        <p:origin x="6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183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FCBBA-905A-4FD1-BFBA-F3EE6DA2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81098"/>
            <a:ext cx="8986580" cy="2832404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48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DD287E-F1C8-463F-8429-D1B5B1582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463522"/>
            <a:ext cx="8986580" cy="650311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F44ED-7973-4A99-B2CA-A8962BCE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F96F2-D6BE-49AC-A605-5AE87C3F2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7FC50-B13C-4B63-AE64-F71A6EDE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75A547-BCD1-42BE-966E-53CA0AB93165}"/>
              </a:ext>
            </a:extLst>
          </p:cNvPr>
          <p:cNvCxnSpPr>
            <a:cxnSpLocks/>
          </p:cNvCxnSpPr>
          <p:nvPr/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5168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D6F3-88F1-4195-8395-57AA096BB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8D06C-EB08-40B3-AFB3-A62F44112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3962F-B413-4C4C-A490-724DDB9E7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71813-4E87-4C04-835D-76246010B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22BA3-033C-491E-A045-F0052AC1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636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E19AD-2EDD-4B4F-9F9E-46A44418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9738"/>
            <a:ext cx="8520952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E5927-21D5-4EBA-A112-CAD1BD38B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589466"/>
            <a:ext cx="8520952" cy="81326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F0D16-9D87-4D76-A5A5-534E24B7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5F387-5AAC-45D0-ABCE-B1CF4BC7E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AF6FE-0006-4F40-A7FB-E0FDBADF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64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8AADE-587E-4574-B21B-7ABDE5A2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F9DA5-4DFB-4211-A58A-FFD842C27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000" y="2339501"/>
            <a:ext cx="4798979" cy="35505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A99F26-66AF-4614-91CE-C93A24BAC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0020" y="2339501"/>
            <a:ext cx="4798980" cy="355059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F678E-59B5-4DF9-ABCB-506B9CB70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50A53-317B-444A-9BA2-F69CDBF5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269A1-B0FB-4C8F-B6AA-0718C92D3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04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BBBF-42B2-4A5D-B145-46983A53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33272"/>
            <a:ext cx="9905999" cy="8463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4BE44-5271-4B5D-B649-35E3AF20B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2999" y="2067127"/>
            <a:ext cx="4798980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7891E-0C0A-4688-97DD-C0715E322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3001" y="2864795"/>
            <a:ext cx="4798978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5EAF30-3412-49B0-93D1-596CC2695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0018" y="2067127"/>
            <a:ext cx="4798981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07B9B7-F41C-4314-9F0C-BB84547FB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0019" y="2864795"/>
            <a:ext cx="4798982" cy="30253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1587F-6AFC-4906-86EB-6B0A86EE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BE2C5-583B-49BC-9864-B01EEF798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39B236-45F5-4CC6-8D53-A6903A1C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37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B206-0678-4577-B79F-760526A5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0" y="1322615"/>
            <a:ext cx="8175171" cy="42127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5FCB8-AFD3-4801-BBD6-9548F4CF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6DACF8-CBC0-416B-B28E-EE18C4238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C7421-FF49-4CE9-87D0-2B4FFE0E3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819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19CBFE-15AA-4447-9F9C-D8B0BEB24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48227-EC1E-4063-9682-891A2DB1A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6A63-C3F4-4563-A542-9A41AC94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65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900C1-FE18-461C-801C-8626C7759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0"/>
            <a:ext cx="3932237" cy="1964986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CFF3-3406-49E3-9D5A-1BE90FFA5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451" y="987425"/>
            <a:ext cx="542154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D14FF-9082-4BBA-BC7A-F4C5B7859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62464"/>
            <a:ext cx="3932237" cy="2206523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2726-EB8E-4DF7-9A1B-F03BD8C7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929BE-611C-4FE6-B0A5-E0FF9DF9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90B32-1D0E-4BCD-8850-59EA235F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20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1460E-1069-4FCA-B04E-28F77C8610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13614" y="987425"/>
            <a:ext cx="55353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138C1E-867B-4FE9-8783-9B1246AEB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57601"/>
            <a:ext cx="3932236" cy="2211388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21568-4870-46F2-9F7E-F4107020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3CC65-0E73-45A1-9D4F-3F4559B3B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C58CD-9BC3-431E-A7B4-D596A7F0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8F756-D171-474C-8B1A-C818032F6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1"/>
            <a:ext cx="3932236" cy="1959428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68352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3BF2-BCE9-47D7-B1C0-1F0E4936B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2722E9-C3E4-48AF-996A-495AE659F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E516-382B-4845-93BF-20C16EE0D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96E16-F168-442A-843C-5D490D54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61BEA-A969-437A-BD8B-CB1B709A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33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528449-3E11-45FF-BF3A-651867603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572500" y="870625"/>
            <a:ext cx="2476499" cy="502920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C0EAB0-2DFA-4CBA-86B1-1826EF523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43000" y="870625"/>
            <a:ext cx="7324928" cy="50292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22F89-E1F5-45D7-945A-8A2886C4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7E82-5FB8-4289-AD0C-0BA788E1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A4046-1A2C-41F5-A177-1C3919C2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49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1C2F78B-DEE8-4195-A196-DFC51BDADFF9}"/>
              </a:ext>
            </a:extLst>
          </p:cNvPr>
          <p:cNvSpPr/>
          <p:nvPr/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1D79D08-4BE8-4799-BE09-5078DFEE2256}"/>
              </a:ext>
            </a:extLst>
          </p:cNvPr>
          <p:cNvSpPr/>
          <p:nvPr/>
        </p:nvSpPr>
        <p:spPr>
          <a:xfrm rot="10800000">
            <a:off x="0" y="0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5D65A1-16CB-407F-993F-2A6D59BCC0C8}"/>
              </a:ext>
            </a:extLst>
          </p:cNvPr>
          <p:cNvCxnSpPr>
            <a:cxnSpLocks/>
          </p:cNvCxnSpPr>
          <p:nvPr/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A018A2-815D-41B0-A189-FDF7A5E8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5"/>
            <a:ext cx="9905999" cy="1360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FAE63-1276-4C7C-BFF5-F5DF1CDB2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332026"/>
            <a:ext cx="9905999" cy="3567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0268-2D73-487C-843B-51648AE18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8157" y="6356350"/>
            <a:ext cx="30933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61E6D-D51F-4BD7-B59D-19AF17917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000" y="6356350"/>
            <a:ext cx="3959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01B1-1C93-41C2-AEE1-815DEA51B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23186" y="6356350"/>
            <a:ext cx="6258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0257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1" r:id="rId6"/>
    <p:sldLayoutId id="2147483737" r:id="rId7"/>
    <p:sldLayoutId id="2147483738" r:id="rId8"/>
    <p:sldLayoutId id="2147483739" r:id="rId9"/>
    <p:sldLayoutId id="2147483740" r:id="rId10"/>
    <p:sldLayoutId id="2147483742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029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C2F78B-DEE8-4195-A196-DFC51BDAD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1D79D08-4BE8-4799-BE09-5078DFEE22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95D65A1-16CB-407F-993F-2A6D59BCC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294778-47A8-4EEF-9689-F6964D44D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2A511A-065F-489D-9CF0-FEF36143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 flipV="1">
            <a:off x="5318060" y="0"/>
            <a:ext cx="6885325" cy="6858000"/>
          </a:xfrm>
          <a:custGeom>
            <a:avLst/>
            <a:gdLst>
              <a:gd name="connsiteX0" fmla="*/ 4456883 w 6885325"/>
              <a:gd name="connsiteY0" fmla="*/ 6858000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1545581 h 6858000"/>
              <a:gd name="connsiteX5" fmla="*/ 6885324 w 6885325"/>
              <a:gd name="connsiteY5" fmla="*/ 1545582 h 6858000"/>
              <a:gd name="connsiteX6" fmla="*/ 6885324 w 6885325"/>
              <a:gd name="connsiteY6" fmla="*/ 4070877 h 6858000"/>
              <a:gd name="connsiteX7" fmla="*/ 6885325 w 6885325"/>
              <a:gd name="connsiteY7" fmla="*/ 4070876 h 6858000"/>
              <a:gd name="connsiteX8" fmla="*/ 6885325 w 6885325"/>
              <a:gd name="connsiteY8" fmla="*/ 6857999 h 6858000"/>
              <a:gd name="connsiteX9" fmla="*/ 4456884 w 6885325"/>
              <a:gd name="connsiteY9" fmla="*/ 6857999 h 6858000"/>
              <a:gd name="connsiteX0" fmla="*/ 4456884 w 6885325"/>
              <a:gd name="connsiteY0" fmla="*/ 6857999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1545581 h 6858000"/>
              <a:gd name="connsiteX5" fmla="*/ 6885324 w 6885325"/>
              <a:gd name="connsiteY5" fmla="*/ 1545582 h 6858000"/>
              <a:gd name="connsiteX6" fmla="*/ 6885324 w 6885325"/>
              <a:gd name="connsiteY6" fmla="*/ 4070877 h 6858000"/>
              <a:gd name="connsiteX7" fmla="*/ 6885325 w 6885325"/>
              <a:gd name="connsiteY7" fmla="*/ 4070876 h 6858000"/>
              <a:gd name="connsiteX8" fmla="*/ 6885325 w 6885325"/>
              <a:gd name="connsiteY8" fmla="*/ 6857999 h 6858000"/>
              <a:gd name="connsiteX9" fmla="*/ 4456884 w 6885325"/>
              <a:gd name="connsiteY9" fmla="*/ 6857999 h 6858000"/>
              <a:gd name="connsiteX0" fmla="*/ 6885325 w 6885325"/>
              <a:gd name="connsiteY0" fmla="*/ 6857999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1545581 h 6858000"/>
              <a:gd name="connsiteX5" fmla="*/ 6885324 w 6885325"/>
              <a:gd name="connsiteY5" fmla="*/ 1545582 h 6858000"/>
              <a:gd name="connsiteX6" fmla="*/ 6885324 w 6885325"/>
              <a:gd name="connsiteY6" fmla="*/ 4070877 h 6858000"/>
              <a:gd name="connsiteX7" fmla="*/ 6885325 w 6885325"/>
              <a:gd name="connsiteY7" fmla="*/ 4070876 h 6858000"/>
              <a:gd name="connsiteX8" fmla="*/ 6885325 w 6885325"/>
              <a:gd name="connsiteY8" fmla="*/ 6857999 h 6858000"/>
              <a:gd name="connsiteX0" fmla="*/ 6885325 w 6885325"/>
              <a:gd name="connsiteY0" fmla="*/ 6857999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1545581 h 6858000"/>
              <a:gd name="connsiteX5" fmla="*/ 6885324 w 6885325"/>
              <a:gd name="connsiteY5" fmla="*/ 1545582 h 6858000"/>
              <a:gd name="connsiteX6" fmla="*/ 6885324 w 6885325"/>
              <a:gd name="connsiteY6" fmla="*/ 4070877 h 6858000"/>
              <a:gd name="connsiteX7" fmla="*/ 6885325 w 6885325"/>
              <a:gd name="connsiteY7" fmla="*/ 6857999 h 6858000"/>
              <a:gd name="connsiteX0" fmla="*/ 6885325 w 6885325"/>
              <a:gd name="connsiteY0" fmla="*/ 6857999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1545581 h 6858000"/>
              <a:gd name="connsiteX5" fmla="*/ 6885324 w 6885325"/>
              <a:gd name="connsiteY5" fmla="*/ 1545582 h 6858000"/>
              <a:gd name="connsiteX6" fmla="*/ 6885325 w 6885325"/>
              <a:gd name="connsiteY6" fmla="*/ 6857999 h 6858000"/>
              <a:gd name="connsiteX0" fmla="*/ 6885325 w 6885325"/>
              <a:gd name="connsiteY0" fmla="*/ 6857999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1545581 h 6858000"/>
              <a:gd name="connsiteX5" fmla="*/ 6885325 w 6885325"/>
              <a:gd name="connsiteY5" fmla="*/ 6857999 h 6858000"/>
              <a:gd name="connsiteX0" fmla="*/ 6885325 w 6885325"/>
              <a:gd name="connsiteY0" fmla="*/ 6857999 h 6858000"/>
              <a:gd name="connsiteX1" fmla="*/ 0 w 6885325"/>
              <a:gd name="connsiteY1" fmla="*/ 6858000 h 6858000"/>
              <a:gd name="connsiteX2" fmla="*/ 6010592 w 6885325"/>
              <a:gd name="connsiteY2" fmla="*/ 0 h 6858000"/>
              <a:gd name="connsiteX3" fmla="*/ 6885325 w 6885325"/>
              <a:gd name="connsiteY3" fmla="*/ 0 h 6858000"/>
              <a:gd name="connsiteX4" fmla="*/ 6885325 w 6885325"/>
              <a:gd name="connsiteY4" fmla="*/ 68579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5325" h="6858000">
                <a:moveTo>
                  <a:pt x="6885325" y="6857999"/>
                </a:moveTo>
                <a:lnTo>
                  <a:pt x="0" y="6858000"/>
                </a:lnTo>
                <a:lnTo>
                  <a:pt x="6010592" y="0"/>
                </a:lnTo>
                <a:lnTo>
                  <a:pt x="6885325" y="0"/>
                </a:lnTo>
                <a:lnTo>
                  <a:pt x="6885325" y="6857999"/>
                </a:lnTo>
                <a:close/>
              </a:path>
            </a:pathLst>
          </a:cu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F626582-88CC-4CA0-8BC6-94550FF9E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1317267" cy="6858000"/>
          </a:xfrm>
          <a:custGeom>
            <a:avLst/>
            <a:gdLst>
              <a:gd name="connsiteX0" fmla="*/ 0 w 11317267"/>
              <a:gd name="connsiteY0" fmla="*/ 0 h 6858000"/>
              <a:gd name="connsiteX1" fmla="*/ 11317267 w 11317267"/>
              <a:gd name="connsiteY1" fmla="*/ 0 h 6858000"/>
              <a:gd name="connsiteX2" fmla="*/ 5306679 w 11317267"/>
              <a:gd name="connsiteY2" fmla="*/ 6857996 h 6858000"/>
              <a:gd name="connsiteX3" fmla="*/ 5306677 w 11317267"/>
              <a:gd name="connsiteY3" fmla="*/ 6857998 h 6858000"/>
              <a:gd name="connsiteX4" fmla="*/ 5306675 w 11317267"/>
              <a:gd name="connsiteY4" fmla="*/ 6858000 h 6858000"/>
              <a:gd name="connsiteX5" fmla="*/ 0 w 11317267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317267" h="6858000">
                <a:moveTo>
                  <a:pt x="0" y="0"/>
                </a:moveTo>
                <a:lnTo>
                  <a:pt x="11317267" y="0"/>
                </a:lnTo>
                <a:lnTo>
                  <a:pt x="5306679" y="6857996"/>
                </a:lnTo>
                <a:cubicBezTo>
                  <a:pt x="5306679" y="6857997"/>
                  <a:pt x="5306677" y="6857997"/>
                  <a:pt x="5306677" y="6857998"/>
                </a:cubicBezTo>
                <a:lnTo>
                  <a:pt x="530667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1C1047-5AD7-B646-1205-458AFEDEB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1309" y="481051"/>
            <a:ext cx="7492285" cy="136089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СловоВед</a:t>
            </a:r>
            <a:endParaRPr lang="en-US" sz="6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D917193-1EEB-DFC3-DA8F-3DA1BC242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1309" y="1940142"/>
            <a:ext cx="6089813" cy="3653035"/>
          </a:xfrm>
        </p:spPr>
        <p:txBody>
          <a:bodyPr vert="horz" lIns="91440" tIns="45720" rIns="91440" bIns="45720" rtlCol="0">
            <a:no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Вербицкая</a:t>
            </a:r>
            <a:r>
              <a:rPr lang="en-US" sz="2000" dirty="0"/>
              <a:t> </a:t>
            </a:r>
            <a:r>
              <a:rPr lang="en-US" sz="2000" dirty="0" err="1"/>
              <a:t>Ульяна</a:t>
            </a:r>
            <a:r>
              <a:rPr lang="en-US" sz="2000" dirty="0"/>
              <a:t> </a:t>
            </a:r>
            <a:r>
              <a:rPr lang="en-US" sz="2000" dirty="0" err="1"/>
              <a:t>Максимовна</a:t>
            </a:r>
            <a:r>
              <a:rPr lang="en-US" sz="2000" dirty="0"/>
              <a:t> 10</a:t>
            </a:r>
            <a:r>
              <a:rPr lang="ru-RU" sz="2000" dirty="0"/>
              <a:t> «</a:t>
            </a:r>
            <a:r>
              <a:rPr lang="en-US" sz="2000" dirty="0"/>
              <a:t>А</a:t>
            </a:r>
            <a:r>
              <a:rPr lang="ru-RU" sz="2000" dirty="0"/>
              <a:t>»</a:t>
            </a:r>
            <a:r>
              <a:rPr lang="en-US" sz="2000" dirty="0"/>
              <a:t> </a:t>
            </a:r>
            <a:r>
              <a:rPr lang="en-US" sz="2000" dirty="0" err="1"/>
              <a:t>класс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Вронская</a:t>
            </a:r>
            <a:r>
              <a:rPr lang="en-US" sz="2000" dirty="0"/>
              <a:t> </a:t>
            </a:r>
            <a:r>
              <a:rPr lang="en-US" sz="2000" dirty="0" err="1"/>
              <a:t>Валерия</a:t>
            </a:r>
            <a:r>
              <a:rPr lang="en-US" sz="2000" dirty="0"/>
              <a:t> </a:t>
            </a:r>
            <a:r>
              <a:rPr lang="en-US" sz="2000" dirty="0" err="1"/>
              <a:t>Михайловна</a:t>
            </a:r>
            <a:r>
              <a:rPr lang="en-US" sz="2000" dirty="0"/>
              <a:t> 10 «А» </a:t>
            </a:r>
            <a:r>
              <a:rPr lang="en-US" sz="2000" dirty="0" err="1"/>
              <a:t>класс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Руководител</a:t>
            </a:r>
            <a:r>
              <a:rPr lang="ru-RU" sz="2000" dirty="0"/>
              <a:t>ь</a:t>
            </a:r>
            <a:r>
              <a:rPr lang="en-US" sz="2000" dirty="0"/>
              <a:t> </a:t>
            </a:r>
            <a:r>
              <a:rPr lang="en-US" sz="2000" dirty="0" err="1"/>
              <a:t>проекта</a:t>
            </a:r>
            <a:r>
              <a:rPr lang="en-US" sz="2000" dirty="0"/>
              <a:t>:</a:t>
            </a:r>
            <a:br>
              <a:rPr lang="ru-RU" sz="2000" dirty="0"/>
            </a:br>
            <a:r>
              <a:rPr lang="en-US" sz="2000" dirty="0" err="1"/>
              <a:t>Сычёв</a:t>
            </a:r>
            <a:r>
              <a:rPr lang="en-US" sz="2000" dirty="0"/>
              <a:t> </a:t>
            </a:r>
            <a:r>
              <a:rPr lang="en-US" sz="2000" dirty="0" err="1"/>
              <a:t>Андрей</a:t>
            </a:r>
            <a:r>
              <a:rPr lang="en-US" sz="2000" dirty="0"/>
              <a:t> </a:t>
            </a:r>
            <a:r>
              <a:rPr lang="en-US" sz="2000" dirty="0" err="1"/>
              <a:t>Михайлович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Учитель</a:t>
            </a:r>
            <a:r>
              <a:rPr lang="en-US" sz="2000" dirty="0"/>
              <a:t> </a:t>
            </a:r>
            <a:r>
              <a:rPr lang="en-US" sz="2000" dirty="0" err="1"/>
              <a:t>информатики</a:t>
            </a:r>
            <a:r>
              <a:rPr lang="en-US" sz="2000" dirty="0"/>
              <a:t> и </a:t>
            </a:r>
            <a:r>
              <a:rPr lang="en-US" sz="2000" dirty="0" err="1"/>
              <a:t>робототехники</a:t>
            </a:r>
            <a:r>
              <a:rPr lang="en-US" sz="2000" dirty="0"/>
              <a:t>:</a:t>
            </a:r>
            <a:br>
              <a:rPr lang="ru-RU" sz="2000" dirty="0"/>
            </a:br>
            <a:r>
              <a:rPr lang="en-US" sz="2000" dirty="0" err="1"/>
              <a:t>Сычёв</a:t>
            </a:r>
            <a:r>
              <a:rPr lang="en-US" sz="2000" dirty="0"/>
              <a:t> </a:t>
            </a:r>
            <a:r>
              <a:rPr lang="en-US" sz="2000" dirty="0" err="1"/>
              <a:t>Андрей</a:t>
            </a:r>
            <a:r>
              <a:rPr lang="en-US" sz="2000" dirty="0"/>
              <a:t> </a:t>
            </a:r>
            <a:r>
              <a:rPr lang="en-US" sz="2000" dirty="0" err="1"/>
              <a:t>Михайлович</a:t>
            </a:r>
            <a:r>
              <a:rPr lang="en-US" sz="2000" dirty="0"/>
              <a:t> </a:t>
            </a:r>
          </a:p>
        </p:txBody>
      </p:sp>
      <p:pic>
        <p:nvPicPr>
          <p:cNvPr id="9" name="Рисунок 8" descr="Изображение выглядит как Красочность, прямоугольный, дизайн, куб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42647FF-F9D6-A83E-9EFC-2F8AED7FD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3428998"/>
            <a:ext cx="2857898" cy="28578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A46FA22-3DD7-7422-4FCE-F1111318C511}"/>
              </a:ext>
            </a:extLst>
          </p:cNvPr>
          <p:cNvSpPr txBox="1"/>
          <p:nvPr/>
        </p:nvSpPr>
        <p:spPr>
          <a:xfrm>
            <a:off x="661309" y="5860477"/>
            <a:ext cx="3538847" cy="806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ГБОУ </a:t>
            </a:r>
            <a:r>
              <a:rPr lang="en-US" sz="2000" dirty="0" err="1"/>
              <a:t>Школа</a:t>
            </a:r>
            <a:r>
              <a:rPr lang="en-US" sz="2000" dirty="0"/>
              <a:t> «</a:t>
            </a:r>
            <a:r>
              <a:rPr lang="en-US" sz="2000" dirty="0" err="1"/>
              <a:t>Интеграл</a:t>
            </a:r>
            <a:r>
              <a:rPr lang="en-US" sz="2000" dirty="0"/>
              <a:t>»</a:t>
            </a:r>
            <a:endParaRPr lang="ru-RU" sz="2000" dirty="0"/>
          </a:p>
          <a:p>
            <a:pPr>
              <a:lnSpc>
                <a:spcPct val="120000"/>
              </a:lnSpc>
            </a:pPr>
            <a:r>
              <a:rPr lang="ru-RU" sz="2000" dirty="0"/>
              <a:t>Март 2026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7985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0D9210-5390-F3AE-36C1-C6385CD10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580764-6A1E-FF69-2233-C0F846A77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200000"/>
              </a:lnSpc>
              <a:buNone/>
            </a:pPr>
            <a:r>
              <a:rPr lang="ru-RU" dirty="0"/>
              <a:t>В век технологий и большого количества быстро распространяющейся информации остро встала необходимость в знании своего родного языка</a:t>
            </a:r>
          </a:p>
        </p:txBody>
      </p:sp>
    </p:spTree>
    <p:extLst>
      <p:ext uri="{BB962C8B-B14F-4D97-AF65-F5344CB8AC3E}">
        <p14:creationId xmlns:p14="http://schemas.microsoft.com/office/powerpoint/2010/main" val="267034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65FC72-E0D1-5A1A-2E11-DBAFF3F80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55FB46-EA17-F990-0F55-1C253AA6F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Создать интерактивное приложение</a:t>
            </a:r>
          </a:p>
          <a:p>
            <a:pPr>
              <a:lnSpc>
                <a:spcPct val="200000"/>
              </a:lnSpc>
            </a:pPr>
            <a:r>
              <a:rPr lang="ru-RU" dirty="0"/>
              <a:t>Поиск аналогов нежелательным словам</a:t>
            </a:r>
          </a:p>
        </p:txBody>
      </p:sp>
    </p:spTree>
    <p:extLst>
      <p:ext uri="{BB962C8B-B14F-4D97-AF65-F5344CB8AC3E}">
        <p14:creationId xmlns:p14="http://schemas.microsoft.com/office/powerpoint/2010/main" val="1182018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B39EF-5957-C7AD-3CA4-EFC1894F6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4B2AD5-6414-982D-2500-BCE0E49B3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ru-RU" dirty="0"/>
              <a:t>Протестировать приложение на работоспособность</a:t>
            </a:r>
          </a:p>
        </p:txBody>
      </p:sp>
    </p:spTree>
    <p:extLst>
      <p:ext uri="{BB962C8B-B14F-4D97-AF65-F5344CB8AC3E}">
        <p14:creationId xmlns:p14="http://schemas.microsoft.com/office/powerpoint/2010/main" val="222419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9AB22C-5ED9-7062-1355-1DE4DDDFC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172856-5728-13F4-DAFE-177A4C16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ru-RU" dirty="0"/>
              <a:t>Борьба с простотой речи</a:t>
            </a:r>
          </a:p>
          <a:p>
            <a:pPr>
              <a:lnSpc>
                <a:spcPct val="200000"/>
              </a:lnSpc>
            </a:pPr>
            <a:r>
              <a:rPr lang="ru-RU" dirty="0"/>
              <a:t>Углубление языковых знаний</a:t>
            </a:r>
          </a:p>
          <a:p>
            <a:pPr>
              <a:lnSpc>
                <a:spcPct val="200000"/>
              </a:lnSpc>
            </a:pPr>
            <a:r>
              <a:rPr lang="ru-RU" dirty="0"/>
              <a:t>Повышение общего уровня культуры населения через повышения культуры речи</a:t>
            </a:r>
          </a:p>
        </p:txBody>
      </p:sp>
    </p:spTree>
    <p:extLst>
      <p:ext uri="{BB962C8B-B14F-4D97-AF65-F5344CB8AC3E}">
        <p14:creationId xmlns:p14="http://schemas.microsoft.com/office/powerpoint/2010/main" val="50633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78369-EA1B-372C-8C5F-F182E9D3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Похожие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E3DE04-2402-1760-0CB4-9BDA84C5E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7374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F9B821-A6BD-E310-F1A4-5B11BC0C8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6FC569-9FB4-7364-427B-DBC1CEDD1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9685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C54862-BAEA-B932-29B4-6EA3596A1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14F5B3-E0F9-57DC-449C-5B15976F9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3344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DE79C5-875D-0B5E-1770-4C9EEE33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E3BDB6-1447-3826-4824-EA96816FD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588392"/>
      </p:ext>
    </p:extLst>
  </p:cSld>
  <p:clrMapOvr>
    <a:masterClrMapping/>
  </p:clrMapOvr>
</p:sld>
</file>

<file path=ppt/theme/theme1.xml><?xml version="1.0" encoding="utf-8"?>
<a:theme xmlns:a="http://schemas.openxmlformats.org/drawingml/2006/main" name="RegattaVTI">
  <a:themeElements>
    <a:clrScheme name="Regatta Yellow">
      <a:dk1>
        <a:sysClr val="windowText" lastClr="000000"/>
      </a:dk1>
      <a:lt1>
        <a:sysClr val="window" lastClr="FFFFFF"/>
      </a:lt1>
      <a:dk2>
        <a:srgbClr val="181C30"/>
      </a:dk2>
      <a:lt2>
        <a:srgbClr val="C8E1F4"/>
      </a:lt2>
      <a:accent1>
        <a:srgbClr val="217ED3"/>
      </a:accent1>
      <a:accent2>
        <a:srgbClr val="B92525"/>
      </a:accent2>
      <a:accent3>
        <a:srgbClr val="18558C"/>
      </a:accent3>
      <a:accent4>
        <a:srgbClr val="1D8B35"/>
      </a:accent4>
      <a:accent5>
        <a:srgbClr val="EA75AA"/>
      </a:accent5>
      <a:accent6>
        <a:srgbClr val="F5A700"/>
      </a:accent6>
      <a:hlink>
        <a:srgbClr val="DB0000"/>
      </a:hlink>
      <a:folHlink>
        <a:srgbClr val="066BB6"/>
      </a:folHlink>
    </a:clrScheme>
    <a:fontScheme name="Walbaum Display">
      <a:majorFont>
        <a:latin typeface="Walbaum Display"/>
        <a:ea typeface=""/>
        <a:cs typeface=""/>
      </a:majorFont>
      <a:minorFont>
        <a:latin typeface="Walbaum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gattaVTI" id="{FFC3BCE5-6357-41D1-8E67-3F85B69D7E86}" vid="{893A6374-FE17-48E5-8B62-678C1B11AA1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99</Words>
  <Application>Microsoft Office PowerPoint</Application>
  <PresentationFormat>Широкоэкранный</PresentationFormat>
  <Paragraphs>22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Walbaum Display</vt:lpstr>
      <vt:lpstr>RegattaVTI</vt:lpstr>
      <vt:lpstr>СловоВед</vt:lpstr>
      <vt:lpstr>Введение</vt:lpstr>
      <vt:lpstr>Цель проекта</vt:lpstr>
      <vt:lpstr>Задачи проекта</vt:lpstr>
      <vt:lpstr>Актуальность</vt:lpstr>
      <vt:lpstr>Похожие приложения</vt:lpstr>
      <vt:lpstr>Принцип работы</vt:lpstr>
      <vt:lpstr>Принцип работы</vt:lpstr>
      <vt:lpstr>Список литературы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Lerika</dc:creator>
  <cp:lastModifiedBy>Lerika</cp:lastModifiedBy>
  <cp:revision>1</cp:revision>
  <dcterms:created xsi:type="dcterms:W3CDTF">2025-11-18T19:00:14Z</dcterms:created>
  <dcterms:modified xsi:type="dcterms:W3CDTF">2025-11-18T21:27:52Z</dcterms:modified>
</cp:coreProperties>
</file>