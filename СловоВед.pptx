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65" r:id="rId2"/>
    <p:sldId id="257" r:id="rId3"/>
    <p:sldId id="261" r:id="rId4"/>
    <p:sldId id="258" r:id="rId5"/>
    <p:sldId id="266" r:id="rId6"/>
    <p:sldId id="267" r:id="rId7"/>
    <p:sldId id="268" r:id="rId8"/>
    <p:sldId id="264" r:id="rId9"/>
    <p:sldId id="259" r:id="rId10"/>
    <p:sldId id="262" r:id="rId11"/>
    <p:sldId id="269" r:id="rId12"/>
    <p:sldId id="270" r:id="rId13"/>
    <p:sldId id="263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5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68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576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7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9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31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71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9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3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88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91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600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839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4838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49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58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7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CADBD16-5BFB-4D9F-9646-C75D1B53BBB6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501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3004A9D-E118-F9D0-EC9A-700952E2243C}"/>
              </a:ext>
            </a:extLst>
          </p:cNvPr>
          <p:cNvSpPr txBox="1">
            <a:spLocks/>
          </p:cNvSpPr>
          <p:nvPr/>
        </p:nvSpPr>
        <p:spPr>
          <a:xfrm>
            <a:off x="661309" y="481051"/>
            <a:ext cx="7492285" cy="136089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 err="1"/>
              <a:t>СловоВед</a:t>
            </a:r>
            <a:endParaRPr lang="en-US" sz="60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D4D4231-906C-8B9E-498D-9E41B6DF2EB2}"/>
              </a:ext>
            </a:extLst>
          </p:cNvPr>
          <p:cNvSpPr txBox="1">
            <a:spLocks/>
          </p:cNvSpPr>
          <p:nvPr/>
        </p:nvSpPr>
        <p:spPr>
          <a:xfrm>
            <a:off x="661309" y="1940142"/>
            <a:ext cx="7492285" cy="36530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Вербицкая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Ульяна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Максимовна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10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 «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А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»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класс</a:t>
            </a:r>
            <a:endParaRPr lang="en-US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Вронская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Валерия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Михайловна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10 «А»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класс</a:t>
            </a:r>
            <a:endParaRPr lang="en-US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Сычёв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Андрей</a:t>
            </a:r>
            <a:r>
              <a:rPr lang="en-US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</a:schemeClr>
                </a:solidFill>
              </a:rPr>
              <a:t>Михайлович</a:t>
            </a:r>
            <a:r>
              <a:rPr lang="ru-RU" sz="2000" b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- р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уководител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ь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проекта</a:t>
            </a: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, у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читель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информатики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и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робототехники</a:t>
            </a:r>
            <a:endParaRPr lang="en-US" sz="2000" b="1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6" name="Рисунок 5" descr="Изображение выглядит как Красочность, прямоугольный, дизайн, куб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F88127-3EC0-0467-6913-F1B922D57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938" y="3429000"/>
            <a:ext cx="2857898" cy="2857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0EB460-7B16-4EF0-45AE-C634B2B6F337}"/>
              </a:ext>
            </a:extLst>
          </p:cNvPr>
          <p:cNvSpPr txBox="1"/>
          <p:nvPr/>
        </p:nvSpPr>
        <p:spPr>
          <a:xfrm>
            <a:off x="661309" y="5860477"/>
            <a:ext cx="3538847" cy="80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ГБОУ 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Школа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 «</a:t>
            </a:r>
            <a:r>
              <a:rPr lang="en-US" sz="2000" dirty="0" err="1">
                <a:solidFill>
                  <a:schemeClr val="tx1">
                    <a:lumMod val="95000"/>
                  </a:schemeClr>
                </a:solidFill>
              </a:rPr>
              <a:t>Интеграл</a:t>
            </a: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»</a:t>
            </a:r>
            <a:endParaRPr lang="ru-RU" sz="20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Март 2026</a:t>
            </a:r>
            <a:endParaRPr lang="en-US" sz="20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67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0D9210-5390-F3AE-36C1-C6385CD10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80000"/>
            <a:ext cx="8534400" cy="1507067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F823A3-44B3-2AA7-495D-7D7CFD9BFB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0000" y="1800000"/>
            <a:ext cx="8535600" cy="2803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ts val="480"/>
              </a:spcBef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В век технологий и большого количества информации остро встала необходимость в знании родного языка на должном уровне. Мода на чтение обогащающей литературы уходит из-за чего речь словами паразитами, которые засоряют ее. Становится сложнее донести и уловить мысль собеседника. Наш проект стал первым шагом к решению этой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267034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B39EF-5957-C7AD-3CA4-EFC1894F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80000"/>
            <a:ext cx="8534400" cy="1507067"/>
          </a:xfrm>
        </p:spPr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4B2AD5-6414-982D-2500-BCE0E49B3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999" y="1800000"/>
            <a:ext cx="8610449" cy="4568995"/>
          </a:xfrm>
        </p:spPr>
        <p:txBody>
          <a:bodyPr anchor="t">
            <a:noAutofit/>
          </a:bodyPr>
          <a:lstStyle/>
          <a:p>
            <a:pPr>
              <a:lnSpc>
                <a:spcPct val="170000"/>
              </a:lnSpc>
              <a:spcBef>
                <a:spcPts val="480"/>
              </a:spcBef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Создать активный, интерактивный словарь</a:t>
            </a:r>
          </a:p>
          <a:p>
            <a:pPr>
              <a:lnSpc>
                <a:spcPct val="170000"/>
              </a:lnSpc>
              <a:spcBef>
                <a:spcPts val="480"/>
              </a:spcBef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Поиск аналогов нежелательным словам при письме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70000"/>
              </a:lnSpc>
              <a:spcBef>
                <a:spcPts val="480"/>
              </a:spcBef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Проанализировать всю имеющуюся литературу</a:t>
            </a:r>
          </a:p>
          <a:p>
            <a:pPr>
              <a:lnSpc>
                <a:spcPct val="170000"/>
              </a:lnSpc>
              <a:spcBef>
                <a:spcPts val="480"/>
              </a:spcBef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Изучить язык программирования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Python, </a:t>
            </a: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библиотеку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Flask</a:t>
            </a: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, язык разметки и протокол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HTML, </a:t>
            </a: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язык стилей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CSS</a:t>
            </a:r>
            <a:endParaRPr lang="ru-RU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70000"/>
              </a:lnSpc>
              <a:spcBef>
                <a:spcPts val="480"/>
              </a:spcBef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Написать код для сайта на языке программирования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Python</a:t>
            </a:r>
            <a:endParaRPr lang="ru-RU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70000"/>
              </a:lnSpc>
              <a:spcBef>
                <a:spcPts val="480"/>
              </a:spcBef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Протестировать приложение на работоспособность</a:t>
            </a:r>
          </a:p>
        </p:txBody>
      </p:sp>
    </p:spTree>
    <p:extLst>
      <p:ext uri="{BB962C8B-B14F-4D97-AF65-F5344CB8AC3E}">
        <p14:creationId xmlns:p14="http://schemas.microsoft.com/office/powerpoint/2010/main" val="222419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9AB22C-5ED9-7062-1355-1DE4DDDF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80000"/>
            <a:ext cx="8534400" cy="1507067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172856-5728-13F4-DAFE-177A4C168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800000"/>
            <a:ext cx="8534400" cy="3615267"/>
          </a:xfrm>
        </p:spPr>
        <p:txBody>
          <a:bodyPr anchor="t"/>
          <a:lstStyle/>
          <a:p>
            <a:pPr>
              <a:lnSpc>
                <a:spcPct val="200000"/>
              </a:lnSpc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Борьба с простотой речи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Углубление языковых знаний</a:t>
            </a:r>
          </a:p>
          <a:p>
            <a:pPr>
              <a:lnSpc>
                <a:spcPct val="200000"/>
              </a:lnSpc>
            </a:pPr>
            <a:r>
              <a:rPr lang="ru-RU" dirty="0">
                <a:solidFill>
                  <a:schemeClr val="tx1">
                    <a:lumMod val="95000"/>
                  </a:schemeClr>
                </a:solidFill>
              </a:rPr>
              <a:t>Повышение общего уровня культуры населения через повышения культуры речи</a:t>
            </a:r>
          </a:p>
        </p:txBody>
      </p:sp>
    </p:spTree>
    <p:extLst>
      <p:ext uri="{BB962C8B-B14F-4D97-AF65-F5344CB8AC3E}">
        <p14:creationId xmlns:p14="http://schemas.microsoft.com/office/powerpoint/2010/main" val="50633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8C1863-187C-A77E-B504-EBABC0EAF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999" y="180000"/>
            <a:ext cx="8535600" cy="1508400"/>
          </a:xfrm>
        </p:spPr>
        <p:txBody>
          <a:bodyPr anchor="ctr">
            <a:normAutofit/>
          </a:bodyPr>
          <a:lstStyle/>
          <a:p>
            <a:r>
              <a:rPr lang="ru-RU" sz="3600" dirty="0"/>
              <a:t>синонимы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088999-DB7D-FFC2-BEA7-73EF699FD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1799999"/>
            <a:ext cx="8535600" cy="12930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Слова одной части речи или словосочетания с полным или частичным совпадением значения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C1ABED8-352C-E663-5823-75C3390936D4}"/>
              </a:ext>
            </a:extLst>
          </p:cNvPr>
          <p:cNvSpPr/>
          <p:nvPr/>
        </p:nvSpPr>
        <p:spPr>
          <a:xfrm>
            <a:off x="4673708" y="3960744"/>
            <a:ext cx="2862470" cy="1383528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Роль синонимов в русском языке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03B1E50-4C0D-2F05-4D1F-73EE4C918278}"/>
              </a:ext>
            </a:extLst>
          </p:cNvPr>
          <p:cNvSpPr/>
          <p:nvPr/>
        </p:nvSpPr>
        <p:spPr>
          <a:xfrm>
            <a:off x="660614" y="4993420"/>
            <a:ext cx="2862470" cy="1383528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Роль синонимов в русском языке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8D62B0B-0312-1393-9723-CAC4E86A1712}"/>
              </a:ext>
            </a:extLst>
          </p:cNvPr>
          <p:cNvSpPr/>
          <p:nvPr/>
        </p:nvSpPr>
        <p:spPr>
          <a:xfrm>
            <a:off x="8686802" y="4993420"/>
            <a:ext cx="2862470" cy="1383528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Роль синонимов в русском языке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12F1969-C743-D952-7082-F1BA0B240E88}"/>
              </a:ext>
            </a:extLst>
          </p:cNvPr>
          <p:cNvSpPr/>
          <p:nvPr/>
        </p:nvSpPr>
        <p:spPr>
          <a:xfrm>
            <a:off x="660614" y="2928068"/>
            <a:ext cx="2862470" cy="1383528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Роль синонимов в русском языке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E498FF0-2773-9894-0467-0849AA99132E}"/>
              </a:ext>
            </a:extLst>
          </p:cNvPr>
          <p:cNvSpPr/>
          <p:nvPr/>
        </p:nvSpPr>
        <p:spPr>
          <a:xfrm>
            <a:off x="8686802" y="2928068"/>
            <a:ext cx="2862470" cy="1383528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Роль синонимов в русском языке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EB41288-9128-F136-FB88-CCD11CC6BE5E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904879" y="3619832"/>
            <a:ext cx="1781923" cy="314813"/>
          </a:xfrm>
          <a:prstGeom prst="straightConnector1">
            <a:avLst/>
          </a:prstGeom>
          <a:ln w="50800">
            <a:solidFill>
              <a:schemeClr val="bg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BAD2452-76B6-EC3D-3526-FB5844B1CBC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3523084" y="5370371"/>
            <a:ext cx="1658513" cy="314813"/>
          </a:xfrm>
          <a:prstGeom prst="straightConnector1">
            <a:avLst/>
          </a:prstGeom>
          <a:ln w="50800">
            <a:solidFill>
              <a:schemeClr val="bg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6F67579-380F-F28D-C318-1501E1328583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3523084" y="3619832"/>
            <a:ext cx="1764038" cy="340912"/>
          </a:xfrm>
          <a:prstGeom prst="straightConnector1">
            <a:avLst/>
          </a:prstGeom>
          <a:ln w="50800">
            <a:solidFill>
              <a:schemeClr val="bg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7DD24AB-6559-3917-3265-142EE3C732C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904879" y="5339302"/>
            <a:ext cx="1781923" cy="345882"/>
          </a:xfrm>
          <a:prstGeom prst="straightConnector1">
            <a:avLst/>
          </a:prstGeom>
          <a:ln w="50800">
            <a:solidFill>
              <a:schemeClr val="bg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14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0DDCC-5320-6AB1-564D-D5FFD8623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180000"/>
            <a:ext cx="8535600" cy="15084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3600" dirty="0"/>
              <a:t>Этимология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2D506A-F212-E367-3943-4423D4B2F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1800000"/>
            <a:ext cx="8535600" cy="28674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Это раздел лингвистики, изучающий происхождение слов, их первоначальную структуру и семантические связи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Зная не только слово, но и его историю, вероятность запоминания синонима значительно повышается</a:t>
            </a:r>
          </a:p>
        </p:txBody>
      </p:sp>
    </p:spTree>
    <p:extLst>
      <p:ext uri="{BB962C8B-B14F-4D97-AF65-F5344CB8AC3E}">
        <p14:creationId xmlns:p14="http://schemas.microsoft.com/office/powerpoint/2010/main" val="553206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F39CA-950A-4A07-EC9A-0AB641771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180000"/>
            <a:ext cx="10440000" cy="15084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3600" dirty="0"/>
              <a:t>Язык программирования </a:t>
            </a:r>
            <a:r>
              <a:rPr lang="en-US" sz="3600" dirty="0"/>
              <a:t>Python</a:t>
            </a: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E4803F-B0E9-EB24-6DCF-C1047E176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1800000"/>
            <a:ext cx="8535600" cy="37659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Это язык программирования высокого уровня с ясным и лаконичным синтаксисом, который делает акцент на читабельности кода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Помогает быстро создать надежный и функциональный прототип или готовый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3416151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78369-EA1B-372C-8C5F-F182E9D3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80000"/>
            <a:ext cx="8534400" cy="15070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Похожие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E3DE04-2402-1760-0CB4-9BDA84C5E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2236304"/>
            <a:ext cx="8534400" cy="361526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737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9B821-A6BD-E310-F1A4-5B11BC0C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80000"/>
            <a:ext cx="8534400" cy="1507067"/>
          </a:xfrm>
        </p:spPr>
        <p:txBody>
          <a:bodyPr/>
          <a:lstStyle/>
          <a:p>
            <a:r>
              <a:rPr lang="ru-RU" dirty="0"/>
              <a:t>Принцип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6FC569-9FB4-7364-427B-DBC1CEDD1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800000"/>
            <a:ext cx="8535600" cy="3614400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QuillBot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Wordtune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LanguageTool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Hypotenuse AI</a:t>
            </a:r>
            <a:endParaRPr lang="ru-RU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685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54862-BAEA-B932-29B4-6EA3596A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80000"/>
            <a:ext cx="8534400" cy="1507067"/>
          </a:xfrm>
        </p:spPr>
        <p:txBody>
          <a:bodyPr/>
          <a:lstStyle/>
          <a:p>
            <a:r>
              <a:rPr lang="ru-RU" dirty="0"/>
              <a:t>Принцип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4F5B3-E0F9-57DC-449C-5B15976F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2124987"/>
            <a:ext cx="8534400" cy="361526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334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DB7D5-62CC-D2A3-93F5-3745D40DA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179999"/>
            <a:ext cx="8535600" cy="15084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3600" dirty="0"/>
              <a:t>результат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AFECD3-36D7-0B19-E2B5-42505C461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1800000"/>
            <a:ext cx="8535600" cy="361440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В результате работы над проектом мы получили приложение, полностью удовлетворяющее поставленным задачам и функциям и прошедшее все тесты</a:t>
            </a:r>
          </a:p>
        </p:txBody>
      </p:sp>
    </p:spTree>
    <p:extLst>
      <p:ext uri="{BB962C8B-B14F-4D97-AF65-F5344CB8AC3E}">
        <p14:creationId xmlns:p14="http://schemas.microsoft.com/office/powerpoint/2010/main" val="938822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D1794-8AF7-5B9C-75F6-AC03ADD83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0" y="180000"/>
            <a:ext cx="8535600" cy="15084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3600" dirty="0"/>
              <a:t>Перспектива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8AA2F3-8C3E-C9F4-127F-236E8DBA5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1800000"/>
            <a:ext cx="8535600" cy="1508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480"/>
              </a:spcBef>
            </a:pPr>
            <a:r>
              <a:rPr lang="ru-RU" sz="2000" dirty="0">
                <a:solidFill>
                  <a:schemeClr val="tx1">
                    <a:lumMod val="95000"/>
                  </a:schemeClr>
                </a:solidFill>
              </a:rPr>
              <a:t>В ходе дальнейшей разработки приложения мы планируем …</a:t>
            </a:r>
          </a:p>
        </p:txBody>
      </p:sp>
    </p:spTree>
    <p:extLst>
      <p:ext uri="{BB962C8B-B14F-4D97-AF65-F5344CB8AC3E}">
        <p14:creationId xmlns:p14="http://schemas.microsoft.com/office/powerpoint/2010/main" val="168044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E79C5-875D-0B5E-1770-4C9EEE33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80000"/>
            <a:ext cx="8534400" cy="15070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E3BDB6-1447-3826-4824-EA96816F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800000"/>
            <a:ext cx="8534400" cy="150840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DeepSeek</a:t>
            </a:r>
            <a:endParaRPr lang="ru-RU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588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5825B-2FED-8E5C-7825-7BF3DFFE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136" y="2232329"/>
            <a:ext cx="6575728" cy="2393342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6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25758665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TM02900771[[fn=Сектор]]</Template>
  <TotalTime>357</TotalTime>
  <Words>302</Words>
  <Application>Microsoft Office PowerPoint</Application>
  <PresentationFormat>Широкоэкранный</PresentationFormat>
  <Paragraphs>48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Сектор</vt:lpstr>
      <vt:lpstr>Презентация PowerPoint</vt:lpstr>
      <vt:lpstr>Введение</vt:lpstr>
      <vt:lpstr>Цели и Задачи проекта</vt:lpstr>
      <vt:lpstr>Актуальность</vt:lpstr>
      <vt:lpstr>синонимы</vt:lpstr>
      <vt:lpstr>Этимология</vt:lpstr>
      <vt:lpstr>Язык программирования Python</vt:lpstr>
      <vt:lpstr>Похожие приложения</vt:lpstr>
      <vt:lpstr>Принцип работы</vt:lpstr>
      <vt:lpstr>Принцип работы</vt:lpstr>
      <vt:lpstr>результат</vt:lpstr>
      <vt:lpstr>Перспектива проекта</vt:lpstr>
      <vt:lpstr>Список литературы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Lerika</dc:creator>
  <cp:lastModifiedBy>Lerika</cp:lastModifiedBy>
  <cp:revision>4</cp:revision>
  <dcterms:created xsi:type="dcterms:W3CDTF">2025-11-18T19:00:14Z</dcterms:created>
  <dcterms:modified xsi:type="dcterms:W3CDTF">2025-12-07T20:59:56Z</dcterms:modified>
</cp:coreProperties>
</file>